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Golos Text" panose="020B0604020202020204" charset="0"/>
      <p:regular r:id="rId11"/>
    </p:embeddedFont>
    <p:embeddedFont>
      <p:font typeface="Noto Serif Display Medium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23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D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A33">
              <a:alpha val="42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D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1917997"/>
            <a:ext cx="11023324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0" kern="100" spc="-120" dirty="0">
                <a:solidFill>
                  <a:srgbClr val="FFFFFF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Dzielnice Katowic –</a:t>
            </a:r>
            <a:endParaRPr lang="en-US" sz="8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8000" kern="100" spc="-120" dirty="0">
                <a:solidFill>
                  <a:srgbClr val="FFFFFF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przewodnik turystyczny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60383" y="5119521"/>
            <a:ext cx="11023324" cy="119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Katowice kojarzą się z przemysłem, Spodkiem i nowoczesnym centrum, ale poza śródmieściem są zielone dzielnice, zabytki i ciekawe miejsca. Przedstaw Ligotę, Panewniki, Brynów i Załęską Hałdę.</a:t>
            </a:r>
            <a:endParaRPr lang="en-US" sz="2200" dirty="0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EC55B783-1938-40C4-DB70-E907AE79B996}"/>
              </a:ext>
            </a:extLst>
          </p:cNvPr>
          <p:cNvSpPr/>
          <p:nvPr/>
        </p:nvSpPr>
        <p:spPr>
          <a:xfrm>
            <a:off x="0" y="6573328"/>
            <a:ext cx="12192000" cy="284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596C3BDF-3911-85CA-BF98-A9F1BE369312}"/>
              </a:ext>
            </a:extLst>
          </p:cNvPr>
          <p:cNvSpPr/>
          <p:nvPr/>
        </p:nvSpPr>
        <p:spPr>
          <a:xfrm>
            <a:off x="0" y="0"/>
            <a:ext cx="12192000" cy="250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93662"/>
            <a:ext cx="660383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57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Ligota – </a:t>
            </a:r>
            <a:r>
              <a:rPr lang="en-US" sz="3800" kern="100" spc="-57" dirty="0">
                <a:solidFill>
                  <a:srgbClr val="A6362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zielona część Katowic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383" y="3263205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1014685" y="3173123"/>
            <a:ext cx="6249533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Dzielnica mieszkaniowa, której rozwój przyspieszył w XIX wieku m.in. dzięki kolei.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383" y="4369495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14685" y="4279412"/>
            <a:ext cx="6249533" cy="129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Atrakcje: Park Zadole – leśny park miejski o powierzchni ok. 7,7 ha z dużym amfiteatrem na ok. 800 osób, kortami i krytym basenem; warto zobaczyć go na spacer lub koncert pod chmurką.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383" y="6124873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014685" y="6034790"/>
            <a:ext cx="6249533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Miejsce na spacery i odpoczynek.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0383" y="4035127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660383" y="5790505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93662"/>
            <a:ext cx="660383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57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Panewniki – </a:t>
            </a:r>
            <a:r>
              <a:rPr lang="en-US" sz="3800" kern="100" spc="-57" dirty="0">
                <a:solidFill>
                  <a:srgbClr val="A6362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zabytki i tradycja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383" y="2289572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1014685" y="2199489"/>
            <a:ext cx="6249533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Najważniejszy punkt to zespół klasztorny franciszkanów, sprowadzonych do Panewnik w 1902 roku.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383" y="3395861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14685" y="3305778"/>
            <a:ext cx="6249533" cy="194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Atrakcje: Bazylika św. Ludwika Króla i Wniebowzięcia NMP, konsekrowana w 1908 roku – główny zabytek dzielnicy, warto zobaczyć jej fasadę i wnętrza; Kalwaria Panewnicka – miejsce modlitwy i spaceru; szopka bożonarodzeniowa – tradycja, którą warto poznać zwłaszcza w okresie Bożego Narodzenia; grota lourdzkа.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383" y="5800328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014685" y="5710245"/>
            <a:ext cx="6249533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Dzielnica ciekawa dla miłośników architektury, historii i tradycji.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0383" y="3061494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660383" y="5465961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93662"/>
            <a:ext cx="660383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57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Brynów – </a:t>
            </a:r>
            <a:r>
              <a:rPr lang="en-US" sz="3800" kern="100" spc="-57" dirty="0">
                <a:solidFill>
                  <a:srgbClr val="A6362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natura blisko centrum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383" y="3263205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1014685" y="3173123"/>
            <a:ext cx="6249533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Dzielnica mieszkaniowa blisko centrum, z terenami zielonymi.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383" y="4369495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14685" y="4279412"/>
            <a:ext cx="6249533" cy="129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Atrakcje: Park Kościuszki – park z początkami w 1888 roku, z alejkami i starymi drzewami, idealny na spacer; wieża spadochronowa – charakterystyczny punkt krajobrazu parku, warto ją zobaczyć podczas wizyty.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383" y="6124873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014685" y="6034790"/>
            <a:ext cx="6249533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Dobre miejsce na spacer i rekreację.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0383" y="4035127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660383" y="5790505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93662"/>
            <a:ext cx="660383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57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Załęska Hałda – </a:t>
            </a:r>
            <a:r>
              <a:rPr lang="en-US" sz="3800" kern="100" spc="-57" dirty="0">
                <a:solidFill>
                  <a:srgbClr val="A6362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przemysłowe dziedzictwo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383" y="2289572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1014685" y="2199489"/>
            <a:ext cx="6249533" cy="162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Dzielnica związana z przemysłową historią Górnego Śląska, górnictwem i życiem pracowników przemysłu; Muzeum Historii Katowic opisuje dawne osiedla kopalniane i przemysłową przeszłość miasta – warto je poznać przed wizytą.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383" y="4369495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14685" y="4279412"/>
            <a:ext cx="6249533" cy="97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Warto zwrócić uwagę na starszą zabudowę mieszkaniową, dziedzictwo górnicze, obiekty techniczne i okoliczne tereny zielone.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383" y="5800328"/>
            <a:ext cx="125707" cy="125710"/>
          </a:xfrm>
          <a:prstGeom prst="ellipse">
            <a:avLst/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014685" y="5710245"/>
            <a:ext cx="6249533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 err="1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</a:t>
            </a:r>
            <a:r>
              <a:rPr lang="en-US" sz="1800" dirty="0" err="1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iejsce</a:t>
            </a: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do poznawania historii przemysłowej, bez wymyślania konkretnych atrakcji.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0383" y="4035127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660383" y="5465961"/>
            <a:ext cx="6603835" cy="12700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68262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57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Proponowana </a:t>
            </a:r>
            <a:r>
              <a:rPr lang="en-US" sz="3800" kern="100" spc="-57" dirty="0">
                <a:solidFill>
                  <a:srgbClr val="A6362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trasa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3" y="1723033"/>
            <a:ext cx="7619809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31375" y="1903294"/>
            <a:ext cx="1336165" cy="21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100" spc="-22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Panewniki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431375" y="2154271"/>
            <a:ext cx="133616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Bazylika i klasztor - początek trasy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591" y="2784562"/>
            <a:ext cx="297172" cy="29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49602" y="4478854"/>
            <a:ext cx="1343785" cy="21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100" spc="-22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Ligota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746464" y="4732322"/>
            <a:ext cx="134378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Park Zadole - zielone przystanki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908" y="3850736"/>
            <a:ext cx="297172" cy="29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60209" y="1876623"/>
            <a:ext cx="1336165" cy="21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100" spc="-22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Brynów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060209" y="2149589"/>
            <a:ext cx="133616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Park Kościuszki - relaks i spacer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55" y="2782213"/>
            <a:ext cx="297173" cy="2971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78436" y="4385191"/>
            <a:ext cx="1336166" cy="219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100" spc="-22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Załęska Hałda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7378436" y="4638659"/>
            <a:ext cx="133616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Poznawanie przemysłowej historii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933" y="3868142"/>
            <a:ext cx="297172" cy="2971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0383" y="6111089"/>
            <a:ext cx="11480513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Można podzielić trasę na dwa krótsze spacery i sprawdzić połączenia komunikacji miejskiej.</a:t>
            </a:r>
            <a:endParaRPr lang="en-US" sz="1800" dirty="0"/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402ABA5C-D540-9FA4-8463-B49D38D6F906}"/>
              </a:ext>
            </a:extLst>
          </p:cNvPr>
          <p:cNvSpPr/>
          <p:nvPr/>
        </p:nvSpPr>
        <p:spPr>
          <a:xfrm>
            <a:off x="-11502" y="-61079"/>
            <a:ext cx="12295517" cy="272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76A16751-FC9E-17C4-DF05-BD62C4205B7A}"/>
              </a:ext>
            </a:extLst>
          </p:cNvPr>
          <p:cNvSpPr/>
          <p:nvPr/>
        </p:nvSpPr>
        <p:spPr>
          <a:xfrm>
            <a:off x="-103517" y="6572266"/>
            <a:ext cx="12387532" cy="285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42862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57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Praktyczne </a:t>
            </a:r>
            <a:r>
              <a:rPr lang="en-US" sz="3800" kern="100" spc="-57" dirty="0">
                <a:solidFill>
                  <a:srgbClr val="A6362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wskazówki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383" y="2462213"/>
            <a:ext cx="685783" cy="685800"/>
          </a:xfrm>
          <a:prstGeom prst="ellipse">
            <a:avLst/>
          </a:prstGeom>
          <a:solidFill>
            <a:srgbClr val="F4D9D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29" y="2633663"/>
            <a:ext cx="342891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383" y="3309747"/>
            <a:ext cx="1945532" cy="129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Korzystaj z autobusów, tramwajów i kolei zależnie od trasy.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063104" y="2462213"/>
            <a:ext cx="685783" cy="685800"/>
          </a:xfrm>
          <a:prstGeom prst="ellipse">
            <a:avLst/>
          </a:prstGeom>
          <a:solidFill>
            <a:srgbClr val="F4D9D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550" y="2633663"/>
            <a:ext cx="342891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63104" y="3309747"/>
            <a:ext cx="1717037" cy="129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Wiosna i lato są dobrym czasem na parki.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237329" y="2462213"/>
            <a:ext cx="685783" cy="685800"/>
          </a:xfrm>
          <a:prstGeom prst="ellipse">
            <a:avLst/>
          </a:prstGeom>
          <a:solidFill>
            <a:srgbClr val="F4D9D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775" y="2633663"/>
            <a:ext cx="342891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7329" y="3309747"/>
            <a:ext cx="1716938" cy="162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Panewniki i Załęska Hałda są interesujące dla miłośników historii.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7411455" y="2462213"/>
            <a:ext cx="685783" cy="685800"/>
          </a:xfrm>
          <a:prstGeom prst="ellipse">
            <a:avLst/>
          </a:prstGeom>
          <a:solidFill>
            <a:srgbClr val="F4D9D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901" y="2633663"/>
            <a:ext cx="342891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11455" y="3309747"/>
            <a:ext cx="1717037" cy="162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Park Zadole i Park Kościuszki dla osób szukających odpoczynku.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9585681" y="2462213"/>
            <a:ext cx="685783" cy="685800"/>
          </a:xfrm>
          <a:prstGeom prst="ellipse">
            <a:avLst/>
          </a:prstGeom>
          <a:solidFill>
            <a:srgbClr val="F4D9D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7126" y="2633663"/>
            <a:ext cx="342891" cy="3429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85681" y="3309747"/>
            <a:ext cx="1945532" cy="162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Przed wycieczką sprawdź połączenia i dostępność obiektów.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2828160" y="2462213"/>
            <a:ext cx="12700" cy="2460923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2"/>
          <p:cNvSpPr/>
          <p:nvPr/>
        </p:nvSpPr>
        <p:spPr>
          <a:xfrm>
            <a:off x="5002385" y="2462213"/>
            <a:ext cx="12700" cy="2460923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Shape 13"/>
          <p:cNvSpPr/>
          <p:nvPr/>
        </p:nvSpPr>
        <p:spPr>
          <a:xfrm>
            <a:off x="7176511" y="2462213"/>
            <a:ext cx="12700" cy="2460923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Shape 14"/>
          <p:cNvSpPr/>
          <p:nvPr/>
        </p:nvSpPr>
        <p:spPr>
          <a:xfrm>
            <a:off x="9350736" y="2462213"/>
            <a:ext cx="12700" cy="2460923"/>
          </a:xfrm>
          <a:prstGeom prst="rect">
            <a:avLst/>
          </a:prstGeom>
          <a:solidFill>
            <a:srgbClr val="A39C8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94125EF2-4B40-FBF4-D88E-D78F8B439A0E}"/>
              </a:ext>
            </a:extLst>
          </p:cNvPr>
          <p:cNvSpPr/>
          <p:nvPr/>
        </p:nvSpPr>
        <p:spPr>
          <a:xfrm>
            <a:off x="-103517" y="6572266"/>
            <a:ext cx="12387532" cy="285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8EAE2F41-A368-BB57-AAB8-1C68AB45B3B6}"/>
              </a:ext>
            </a:extLst>
          </p:cNvPr>
          <p:cNvSpPr/>
          <p:nvPr/>
        </p:nvSpPr>
        <p:spPr>
          <a:xfrm>
            <a:off x="-103517" y="-23222"/>
            <a:ext cx="12387532" cy="285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1935659"/>
            <a:ext cx="6578435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84" dirty="0">
                <a:solidFill>
                  <a:srgbClr val="2B2420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Podsumowanie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60383" y="2829421"/>
            <a:ext cx="2170852" cy="50701"/>
          </a:xfrm>
          <a:prstGeom prst="roundRect">
            <a:avLst>
              <a:gd name="adj" fmla="val 49999"/>
            </a:avLst>
          </a:prstGeom>
          <a:solidFill>
            <a:srgbClr val="A636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60383" y="3149334"/>
            <a:ext cx="6578435" cy="1983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dirty="0">
                <a:solidFill>
                  <a:srgbClr val="2B24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Ligota to zieleń, Panewniki to zabytki i tradycja, Brynów to rekreacja blisko centrum, a Załęska Hałda to przemysłowa historia regionu. Katowice to nie tylko centrum i przemysł, ale także parki, zabytki i miejsca opowiadające historię Śląska.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449</Words>
  <Application>Microsoft Office PowerPoint</Application>
  <PresentationFormat>Panoramiczny</PresentationFormat>
  <Paragraphs>45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Noto Serif Display Medium</vt:lpstr>
      <vt:lpstr>Arial</vt:lpstr>
      <vt:lpstr>Golos Text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Алексей Акулов</cp:lastModifiedBy>
  <cp:revision>5</cp:revision>
  <dcterms:created xsi:type="dcterms:W3CDTF">2026-10-19T19:39:20Z</dcterms:created>
  <dcterms:modified xsi:type="dcterms:W3CDTF">2026-10-25T11:28:29Z</dcterms:modified>
</cp:coreProperties>
</file>